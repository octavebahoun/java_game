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wide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Master" Target="slideMasters/slide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430000"/>
          </a:xfrm>
          <a:prstGeom prst="rect">
            <a:avLst/>
          </a:prstGeom>
          <a:solidFill>
            <a:srgbClr val="F29E4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61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3600">
                <a:b/>
                <a:solidFill>
                  <a:srgbClr val="F29E4B"/>
                </a:solidFill>
              </a:rPr>
              <a:t>Jeu de Mots Caches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0000" y="1250000"/>
            <a:ext cx="106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900">
                <a:solidFill>
                  <a:srgbClr val="ECEFF4"/>
                </a:solidFill>
              </a:rPr>
              <a:t>Projet Java - interface graphique Swing et moteur de verification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0000" y="1900000"/>
            <a:ext cx="10600000" cy="3820000"/>
          </a:xfrm>
          <a:prstGeom prst="rect">
            <a:avLst/>
          </a:prstGeom>
          <a:solidFill>
            <a:srgbClr val="F5F1E6"/>
          </a:solidFill>
          <a:ln>
            <a:noFill/>
          </a:ln>
        </p:spPr>
        <p:txBody>
          <a:bodyPr wrap="square" lIns="180000" tIns="120000" rIns="180000" bIns="120000"/>
          <a:lstStyle/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Objectif : retrouver des mots places dans une grille 10 x 10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Deux modes : console et interface graphique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Score automatique selon la longueur du mot trouve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0000" y="6210000"/>
            <a:ext cx="60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Projet Java - Jeu de Mots Caches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00000" y="6210000"/>
            <a:ext cx="82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430000"/>
          </a:xfrm>
          <a:prstGeom prst="rect">
            <a:avLst/>
          </a:prstGeom>
          <a:solidFill>
            <a:srgbClr val="F29E4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61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3600">
                <a:b/>
                <a:solidFill>
                  <a:srgbClr val="F29E4B"/>
                </a:solidFill>
              </a:rPr>
              <a:t>Objectif du projet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0000" y="1440000"/>
            <a:ext cx="10600000" cy="3820000"/>
          </a:xfrm>
          <a:prstGeom prst="rect">
            <a:avLst/>
          </a:prstGeom>
          <a:solidFill>
            <a:srgbClr val="F5F1E6"/>
          </a:solidFill>
          <a:ln>
            <a:noFill/>
          </a:ln>
        </p:spPr>
        <p:txBody>
          <a:bodyPr wrap="square" lIns="180000" tIns="120000" rIns="180000" bIns="120000"/>
          <a:lstStyle/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Construire un jeu jouable de mots caches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Placer plusieurs mots dans une grille de lettres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Verifier les propositions du joueur avec des coordonnees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Gerer les erreurs sans faire planter l'application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0000" y="6210000"/>
            <a:ext cx="60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Projet Java - Jeu de Mots Caches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00000" y="6210000"/>
            <a:ext cx="82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430000"/>
          </a:xfrm>
          <a:prstGeom prst="rect">
            <a:avLst/>
          </a:prstGeom>
          <a:solidFill>
            <a:srgbClr val="F29E4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61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3600">
                <a:b/>
                <a:solidFill>
                  <a:srgbClr val="F29E4B"/>
                </a:solidFill>
              </a:rPr>
              <a:t>Organisation du code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0000" y="1440000"/>
            <a:ext cx="10600000" cy="3820000"/>
          </a:xfrm>
          <a:prstGeom prst="rect">
            <a:avLst/>
          </a:prstGeom>
          <a:solidFill>
            <a:srgbClr val="F5F1E6"/>
          </a:solidFill>
          <a:ln>
            <a:noFill/>
          </a:ln>
        </p:spPr>
        <p:txBody>
          <a:bodyPr wrap="square" lIns="180000" tIns="120000" rIns="180000" bIns="120000"/>
          <a:lstStyle/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model : Grille, Dictionnaire, Coordonnee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moteur : MoteurJeu, AppConsole, tests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view : FenetrePrincipale pour l'interface Swing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exception : erreurs de coordonnees et d'alignement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0000" y="6210000"/>
            <a:ext cx="60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Projet Java - Jeu de Mots Caches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00000" y="6210000"/>
            <a:ext cx="82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430000"/>
          </a:xfrm>
          <a:prstGeom prst="rect">
            <a:avLst/>
          </a:prstGeom>
          <a:solidFill>
            <a:srgbClr val="F29E4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61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3600">
                <a:b/>
                <a:solidFill>
                  <a:srgbClr val="F29E4B"/>
                </a:solidFill>
              </a:rPr>
              <a:t>Le modele de donnees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0000" y="1440000"/>
            <a:ext cx="10600000" cy="3820000"/>
          </a:xfrm>
          <a:prstGeom prst="rect">
            <a:avLst/>
          </a:prstGeom>
          <a:solidFill>
            <a:srgbClr val="F5F1E6"/>
          </a:solidFill>
          <a:ln>
            <a:noFill/>
          </a:ln>
        </p:spPr>
        <p:txBody>
          <a:bodyPr wrap="square" lIns="180000" tIns="120000" rIns="180000" bIns="120000"/>
          <a:lstStyle/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Grille : tableau char[][] de 10 x 10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Dictionnaire : mots a trouver, mots restants et mots deja trouves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Coordonnee : couple ligne / colonne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Les mots sont stockes en majuscules pour simplifier les comparaisons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0000" y="6210000"/>
            <a:ext cx="60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Projet Java - Jeu de Mots Caches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00000" y="6210000"/>
            <a:ext cx="82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430000"/>
          </a:xfrm>
          <a:prstGeom prst="rect">
            <a:avLst/>
          </a:prstGeom>
          <a:solidFill>
            <a:srgbClr val="F29E4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61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3600">
                <a:b/>
                <a:solidFill>
                  <a:srgbClr val="F29E4B"/>
                </a:solidFill>
              </a:rPr>
              <a:t>Le moteur du jeu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0000" y="1440000"/>
            <a:ext cx="10600000" cy="3820000"/>
          </a:xfrm>
          <a:prstGeom prst="rect">
            <a:avLst/>
          </a:prstGeom>
          <a:solidFill>
            <a:srgbClr val="F5F1E6"/>
          </a:solidFill>
          <a:ln>
            <a:noFill/>
          </a:ln>
        </p:spPr>
        <p:txBody>
          <a:bodyPr wrap="square" lIns="180000" tIns="120000" rIns="180000" bIns="120000"/>
          <a:lstStyle/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Verifie que les coordonnees sont dans la grille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Accepte les mots horizontaux, verticaux et diagonaux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Lit le mot dans les deux sens entre debut et fin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Supprime le mot du dictionnaire lorsqu'il est trouve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0000" y="6210000"/>
            <a:ext cx="60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Projet Java - Jeu de Mots Caches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00000" y="6210000"/>
            <a:ext cx="82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430000"/>
          </a:xfrm>
          <a:prstGeom prst="rect">
            <a:avLst/>
          </a:prstGeom>
          <a:solidFill>
            <a:srgbClr val="F29E4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61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3600">
                <a:b/>
                <a:solidFill>
                  <a:srgbClr val="F29E4B"/>
                </a:solidFill>
              </a:rPr>
              <a:t>Score et progression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0000" y="1440000"/>
            <a:ext cx="10600000" cy="3820000"/>
          </a:xfrm>
          <a:prstGeom prst="rect">
            <a:avLst/>
          </a:prstGeom>
          <a:solidFill>
            <a:srgbClr val="F5F1E6"/>
          </a:solidFill>
          <a:ln>
            <a:noFill/>
          </a:ln>
        </p:spPr>
        <p:txBody>
          <a:bodyPr wrap="square" lIns="180000" tIns="120000" rIns="180000" bIns="120000"/>
          <a:lstStyle/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Chaque lettre vaut 10 points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Formule actuelle : score += longueur du mot x 10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Exemple : PYTHON rapporte 60 points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L'interface affiche maintenant : mots trouves / total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0000" y="6210000"/>
            <a:ext cx="60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Projet Java - Jeu de Mots Caches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00000" y="6210000"/>
            <a:ext cx="82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430000"/>
          </a:xfrm>
          <a:prstGeom prst="rect">
            <a:avLst/>
          </a:prstGeom>
          <a:solidFill>
            <a:srgbClr val="F29E4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61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3600">
                <a:b/>
                <a:solidFill>
                  <a:srgbClr val="F29E4B"/>
                </a:solidFill>
              </a:rPr>
              <a:t>Interface graphique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0000" y="1440000"/>
            <a:ext cx="10600000" cy="3820000"/>
          </a:xfrm>
          <a:prstGeom prst="rect">
            <a:avLst/>
          </a:prstGeom>
          <a:solidFill>
            <a:srgbClr val="F5F1E6"/>
          </a:solidFill>
          <a:ln>
            <a:noFill/>
          </a:ln>
        </p:spPr>
        <p:txBody>
          <a:bodyPr wrap="square" lIns="180000" tIns="120000" rIns="180000" bIns="120000"/>
          <a:lstStyle/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Fenetre Swing avec une grille visuelle de 100 cases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Champs pour saisir le mot, la case de debut et la case de fin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Boutons Valider et Rejouer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Coloration des cases lorsqu'un mot est trouve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0000" y="6210000"/>
            <a:ext cx="60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Projet Java - Jeu de Mots Caches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00000" y="6210000"/>
            <a:ext cx="82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430000"/>
          </a:xfrm>
          <a:prstGeom prst="rect">
            <a:avLst/>
          </a:prstGeom>
          <a:solidFill>
            <a:srgbClr val="F29E4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61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3600">
                <a:b/>
                <a:solidFill>
                  <a:srgbClr val="F29E4B"/>
                </a:solidFill>
              </a:rPr>
              <a:t>Ameliorations ajoutees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0000" y="1440000"/>
            <a:ext cx="10600000" cy="3820000"/>
          </a:xfrm>
          <a:prstGeom prst="rect">
            <a:avLst/>
          </a:prstGeom>
          <a:solidFill>
            <a:srgbClr val="F5F1E6"/>
          </a:solidFill>
          <a:ln>
            <a:noFill/>
          </a:ln>
        </p:spPr>
        <p:txBody>
          <a:bodyPr wrap="square" lIns="180000" tIns="120000" rIns="180000" bIns="120000"/>
          <a:lstStyle/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Compteur de progression : mots trouves / nombre total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Liste des mots plus lisible dans l'interface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Mots trouves affiches comme barres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Message special si le joueur propose un mot deja trouve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0000" y="6210000"/>
            <a:ext cx="60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Projet Java - Jeu de Mots Caches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00000" y="6210000"/>
            <a:ext cx="82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430000"/>
          </a:xfrm>
          <a:prstGeom prst="rect">
            <a:avLst/>
          </a:prstGeom>
          <a:solidFill>
            <a:srgbClr val="F29E4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61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3600">
                <a:b/>
                <a:solidFill>
                  <a:srgbClr val="F29E4B"/>
                </a:solidFill>
              </a:rPr>
              <a:t>Gestion des erreurs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0000" y="1440000"/>
            <a:ext cx="10600000" cy="3820000"/>
          </a:xfrm>
          <a:prstGeom prst="rect">
            <a:avLst/>
          </a:prstGeom>
          <a:solidFill>
            <a:srgbClr val="F5F1E6"/>
          </a:solidFill>
          <a:ln>
            <a:noFill/>
          </a:ln>
        </p:spPr>
        <p:txBody>
          <a:bodyPr wrap="square" lIns="180000" tIns="120000" rIns="180000" bIns="120000"/>
          <a:lstStyle/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CoordonneesInvalidesException : position hors de la grille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AlignementInvalideException : trajet ni horizontal, ni vertical, ni diagonal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NumberFormatException : coordonnees non numeriques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Messages clairs affiches au joueur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0000" y="6210000"/>
            <a:ext cx="60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Projet Java - Jeu de Mots Caches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00000" y="6210000"/>
            <a:ext cx="82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430000"/>
          </a:xfrm>
          <a:prstGeom prst="rect">
            <a:avLst/>
          </a:prstGeom>
          <a:solidFill>
            <a:srgbClr val="F29E4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61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3600">
                <a:b/>
                <a:solidFill>
                  <a:srgbClr val="F29E4B"/>
                </a:solidFill>
              </a:rPr>
              <a:t>Demonstration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0000" y="1440000"/>
            <a:ext cx="10600000" cy="3820000"/>
          </a:xfrm>
          <a:prstGeom prst="rect">
            <a:avLst/>
          </a:prstGeom>
          <a:solidFill>
            <a:srgbClr val="F5F1E6"/>
          </a:solidFill>
          <a:ln>
            <a:noFill/>
          </a:ln>
        </p:spPr>
        <p:txBody>
          <a:bodyPr wrap="square" lIns="180000" tIns="120000" rIns="180000" bIns="120000"/>
          <a:lstStyle/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Lancer : java -cp bin view.FenetrePrincipale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Choisir un mot dans la liste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Saisir ses coordonnees de debut et de fin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Observer le score, la coloration et la mise a jour de la liste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0000" y="6210000"/>
            <a:ext cx="60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Projet Java - Jeu de Mots Caches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00000" y="6210000"/>
            <a:ext cx="82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430000"/>
          </a:xfrm>
          <a:prstGeom prst="rect">
            <a:avLst/>
          </a:prstGeom>
          <a:solidFill>
            <a:srgbClr val="F29E4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61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3600">
                <a:b/>
                <a:solidFill>
                  <a:srgbClr val="F29E4B"/>
                </a:solidFill>
              </a:rPr>
              <a:t>Limites et perspectives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0000" y="1440000"/>
            <a:ext cx="10600000" cy="3820000"/>
          </a:xfrm>
          <a:prstGeom prst="rect">
            <a:avLst/>
          </a:prstGeom>
          <a:solidFill>
            <a:srgbClr val="F5F1E6"/>
          </a:solidFill>
          <a:ln>
            <a:noFill/>
          </a:ln>
        </p:spPr>
        <p:txBody>
          <a:bodyPr wrap="square" lIns="180000" tIns="120000" rIns="180000" bIns="120000"/>
          <a:lstStyle/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Ajouter les coordonnees autour de la grille graphique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Permettre la selection des lettres avec la souris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Ajouter un bouton Indice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Ajouter plusieurs niveaux de difficulte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0000" y="6210000"/>
            <a:ext cx="60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Projet Java - Jeu de Mots Caches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00000" y="6210000"/>
            <a:ext cx="82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430000"/>
          </a:xfrm>
          <a:prstGeom prst="rect">
            <a:avLst/>
          </a:prstGeom>
          <a:solidFill>
            <a:srgbClr val="F29E4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61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3600">
                <a:b/>
                <a:solidFill>
                  <a:srgbClr val="F29E4B"/>
                </a:solidFill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0000" y="1440000"/>
            <a:ext cx="10600000" cy="3820000"/>
          </a:xfrm>
          <a:prstGeom prst="rect">
            <a:avLst/>
          </a:prstGeom>
          <a:solidFill>
            <a:srgbClr val="F5F1E6"/>
          </a:solidFill>
          <a:ln>
            <a:noFill/>
          </a:ln>
        </p:spPr>
        <p:txBody>
          <a:bodyPr wrap="square" lIns="180000" tIns="120000" rIns="180000" bIns="120000"/>
          <a:lstStyle/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Le projet separe clairement donnees, moteur et interface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Le jeu est jouable en console et en fenetre graphique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Les controles d'erreurs rendent l'application plus fiable</a:t>
            </a:r>
          </a:p>
          <a:p>
            <a:pPr marL="420000" indent="-210000">
              <a:buChar char="•"/>
            </a:pPr>
            <a:r>
              <a:rPr lang="fr-FR" sz="2100">
                <a:solidFill>
                  <a:srgbClr val="1E293B"/>
                </a:solidFill>
              </a:rPr>
              <a:t>Les ameliorations recentes rapprochent le jeu d'un vrai jeu de mots caches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0000" y="6210000"/>
            <a:ext cx="60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Projet Java - Jeu de Mots Caches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00000" y="6210000"/>
            <a:ext cx="82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20000" rIns="180000" bIns="120000"/>
          <a:lstStyle/>
          <a:p>
            <a:pPr/>
            <a:r>
              <a:rPr lang="fr-FR" sz="1300">
                <a:solidFill>
                  <a:srgbClr val="AAB2BF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t">
  <a:themeElements>
    <a:clrScheme name="Projet">
      <a:dk1>
        <a:srgbClr val="1E293B"/>
      </a:dk1>
      <a:lt1>
        <a:srgbClr val="FFFFFF"/>
      </a:lt1>
      <a:dk2>
        <a:srgbClr val="111827"/>
      </a:dk2>
      <a:lt2>
        <a:srgbClr val="F5F1E6"/>
      </a:lt2>
      <a:accent1>
        <a:srgbClr val="F29E4B"/>
      </a:accent1>
      <a:accent2>
        <a:srgbClr val="7CC576"/>
      </a:accent2>
      <a:accent3>
        <a:srgbClr val="5DADE2"/>
      </a:accent3>
      <a:accent4>
        <a:srgbClr val="AAB2BF"/>
      </a:accent4>
      <a:accent5>
        <a:srgbClr val="ECF0F1"/>
      </a:accent5>
      <a:accent6>
        <a:srgbClr val="34495E"/>
      </a:accent6>
      <a:hlink>
        <a:srgbClr val="5DADE2"/>
      </a:hlink>
      <a:folHlink>
        <a:srgbClr val="7CC576"/>
      </a:folHlink>
    </a:clrScheme>
    <a:fontScheme name="Projet">
      <a:majorFont>
        <a:latin typeface="Aptos Display"/>
      </a:majorFont>
      <a:minorFont>
        <a:latin typeface="Aptos"/>
      </a:minorFont>
    </a:fontScheme>
    <a:fmtScheme name="Projet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Jeu de Mots Caches</dc:title>
  <dc:creator>Codex</dc:creator>
  <cp:lastModifiedBy>Codex</cp:lastModifiedBy>
  <dcterms:created xsi:type="dcterms:W3CDTF">2026-06-17T05:42:29Z</dcterms:created>
  <dcterms:modified xsi:type="dcterms:W3CDTF">2026-06-17T05:42:29Z</dcterms:modified>
</cp:coreProperties>
</file>