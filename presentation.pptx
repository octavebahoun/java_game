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Bonjour, je présente le projet 'Jeu de Mots Cachés'. Aujourd'hui, nous allons suivre le flux logique du jeu en explorant les fonctions principales qui le font fonctionner.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projet suit une architecture claire avec packages distincts : model, moteur, view,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le flux du jeu étape par étape. Chaque étape correspond à une ou plusieurs fonctions que nous allons explorer en détail.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 démarrage, la grille est créée vide. On place d'abord les mots de la partie (CHIEN, PYTHON, etc), puis on remplit le reste aléatoirement. Chaque mot est aussi enregistré dans le dictionnaire.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L'affichage est simple : tableau 10x10 avec en-têtes. Les numéros aident le joueur à repérer les mots visuellement et à noter les coordonnées de début et de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appels à lireEntier() pour récupérer les 4 coordonnées. La fonction parse la saisie et la convertit en entier, sinon elle lève une exception qui sera attrapée au niveau supérieur.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vérification évite les IndexOutOfBoundsException et donne au joueur un message clair. Elle est appelée deux fois : une pour debut, une pour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L'algorithme rejet tout ce qui n'est pas une ligne droite. Par exemple, aller de (0,0) à (1,2) est un L invalide. Seul H/V/D sont acceptés.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lit lettre par lettre en suivant la direction calculée. Exemple : de (0,0) à (0,4) horizontal lit A, B, C, D, E. On compare aussi l'inverse au cas où le mot serait marqué de droite à gauche.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dictionnaire maintient deux listes : la liste des mots restants et la liste complète. Quand un mot est trouvé, on le supprime de la liste restante.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jeu boucle tant qu'il reste des mots. À chaque itération, le joueur voit la grille avec les mots trouvés colorisés, le score et la liste des mots restants.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exceptions couvertes permettent une expérience robuste. Le joueur peut corriger sa saisie sans perdre la partie.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séparation permet de tester la logique sans interface, et de changer l'interface sans modifier le moteur.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GUI utilise la même logique MoteurJeu et vérifier(). Elle enrichit l'UX avec des visuels et des retours immédiats.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Merci ! Avez-vous des questions sur les fonctions ou le flux du jeu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Jeu de Mots Cachés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Présentation des fonctions principales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et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Jeu éducatif en Java : trouver des mots cachés dans une grille 10x10</a:t>
            </a:r>
          </a:p>
          <a:p>
            <a:pPr lvl="1"/>
            <a:r>
              <a:t>Deux modes : console (CLI) et interface graphique (Swing)</a:t>
            </a:r>
          </a:p>
          <a:p>
            <a:pPr lvl="1"/>
            <a:r>
              <a:t>Architecture MVC : séparation model / logique /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 global du jeu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Initialiser une partie → preparerPartie() place les mots</a:t>
            </a:r>
          </a:p>
          <a:p>
            <a:pPr lvl="1"/>
            <a:r>
              <a:t>2. Afficher la grille → getGrille().toString()</a:t>
            </a:r>
          </a:p>
          <a:p>
            <a:pPr lvl="1"/>
            <a:r>
              <a:t>3. Lire les saisies du joueur → lireEntier()</a:t>
            </a:r>
          </a:p>
          <a:p>
            <a:pPr lvl="1"/>
            <a:r>
              <a:t>4. Vérifier le mot → verifier() [fonction PRINCIPALE]</a:t>
            </a:r>
          </a:p>
          <a:p>
            <a:pPr lvl="1"/>
            <a:r>
              <a:t>5. Mettre à jour l'état → getDictionnaire(), getScore()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Étape 1 : Initialiser la partie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MoteurJeu() crée une instance du moteur</a:t>
            </a:r>
          </a:p>
          <a:p>
            <a:pPr lvl="1"/>
            <a:r>
              <a:t>preparerPartie() place 10 mots dans la grille</a:t>
            </a:r>
          </a:p>
          <a:p>
            <a:pPr lvl="1"/>
            <a:r>
              <a:t>placerMot(String, ligne, col, dLigne, dCol) : place un mot et vérifie les collisions</a:t>
            </a:r>
          </a:p>
          <a:p>
            <a:pPr lvl="1"/>
            <a:r>
              <a:t>remplirCasesVides() complète avec des lettres aléatoires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Étape 2 : Afficher la grille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getGrille() récupère l'objet Grille du moteur</a:t>
            </a:r>
          </a:p>
          <a:p>
            <a:pPr lvl="1"/>
            <a:r>
              <a:t>toString() affiche la grille avec numéros de lignes/colonnes</a:t>
            </a:r>
          </a:p>
          <a:p>
            <a:pPr lvl="1"/>
            <a:r>
              <a:t>getCase(ligne, colonne) retourne la lettre à une position</a:t>
            </a:r>
          </a:p>
          <a:p>
            <a:pPr lvl="1"/>
            <a:r>
              <a:t>Utile : le joueur doit lire les coordonnées sur la grille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Étape 3 : Récupérer les saisies du joueur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lireEntier(Scanner, String) : lit et parse un entier au clavier</a:t>
            </a:r>
          </a:p>
          <a:p>
            <a:pPr lvl="1"/>
            <a:r>
              <a:t>Récupère 4 valeurs : ligne début, colonne début, ligne fin, colonne fin</a:t>
            </a:r>
          </a:p>
          <a:p>
            <a:pPr lvl="1"/>
            <a:r>
              <a:t>Crée une Coordonnee(ligne, colonne) pour chaque point</a:t>
            </a:r>
          </a:p>
          <a:p>
            <a:pPr lvl="1"/>
            <a:r>
              <a:t>Gère les erreurs : si l'user tape des lettres → NumberFormatException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Étape 4a : Vérifier les coordonnées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verifierDansGrille(Coordonnee) : valide que (l,c) est dans [0,9]</a:t>
            </a:r>
          </a:p>
          <a:p>
            <a:pPr lvl="1"/>
            <a:r>
              <a:t>Lance CoordonneesInvalidesException si hors limites</a:t>
            </a:r>
          </a:p>
          <a:p>
            <a:pPr lvl="1"/>
            <a:r>
              <a:t>Exemple : si ligne = 15 → erreur (max = 9)</a:t>
            </a:r>
          </a:p>
          <a:p>
            <a:pPr lvl="1"/>
            <a:r>
              <a:t>C'est une barrière de sécurité avant de lire la grille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Étape 4b : Vérifier l'alignement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Calcule distLigne = |fin.ligne - debut.ligne|</a:t>
            </a:r>
          </a:p>
          <a:p>
            <a:pPr lvl="1"/>
            <a:r>
              <a:t>Calcule distColonne = |fin.colonne - debut.colonne|</a:t>
            </a:r>
          </a:p>
          <a:p>
            <a:pPr lvl="1"/>
            <a:r>
              <a:t>Horizontal : distLigne == 0 &amp;&amp; distColonne != 0</a:t>
            </a:r>
          </a:p>
          <a:p>
            <a:pPr lvl="1"/>
            <a:r>
              <a:t>Vertical : distColonne == 0 &amp;&amp; distLigne != 0</a:t>
            </a:r>
          </a:p>
          <a:p>
            <a:pPr lvl="1"/>
            <a:r>
              <a:t>Diagonal : distLigne == distColonne &amp;&amp; distLigne != 0</a:t>
            </a:r>
          </a:p>
          <a:p>
            <a:pPr lvl="1"/>
            <a:r>
              <a:t>Sinon → AlignementInvalideException (ex: déplacement en 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Étape 4c : Lire le mot dans la grille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Calcule le pas : pasLigne, pasColonne = -1, 0 ou +1</a:t>
            </a:r>
          </a:p>
          <a:p>
            <a:pPr lvl="1"/>
            <a:r>
              <a:t>Boucle de debut jusqu'à fin, appelle getCase(l,c)</a:t>
            </a:r>
          </a:p>
          <a:p>
            <a:pPr lvl="1"/>
            <a:r>
              <a:t>Accumule les lettres dans motLu</a:t>
            </a:r>
          </a:p>
          <a:p>
            <a:pPr lvl="1"/>
            <a:r>
              <a:t>Compare motLu avec le mot saisi (insensible à la casse)</a:t>
            </a:r>
          </a:p>
          <a:p>
            <a:pPr lvl="1"/>
            <a:r>
              <a:t>Vérifie aussi la lecture en INVERSE (mots lus à l'envers)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Étape 4d : Vérifier dans le dictionnaire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dictionnaire.contient(motCherche) : le mot est-il à trouver ?</a:t>
            </a:r>
          </a:p>
          <a:p>
            <a:pPr lvl="1"/>
            <a:r>
              <a:t>dictionnaire.estDejaTrouve(mot) : a-t-il déjà été trouvé ?</a:t>
            </a:r>
          </a:p>
          <a:p>
            <a:pPr lvl="1"/>
            <a:r>
              <a:t>Si trouvé ET dans dictionnaire → dictionnaire.supprimer(motCherche)</a:t>
            </a:r>
          </a:p>
          <a:p>
            <a:pPr lvl="1"/>
            <a:r>
              <a:t>Met à jour le score : score += motCherche.length() *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Étape 5 : Vérifier la fin de partie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partieGagnee() : dictionnaire.estVide() ?</a:t>
            </a:r>
          </a:p>
          <a:p>
            <a:pPr lvl="1"/>
            <a:r>
              <a:t>Si oui → affiche le score final et fin du jeu</a:t>
            </a:r>
          </a:p>
          <a:p>
            <a:pPr lvl="1"/>
            <a:r>
              <a:t>Sinon → boucle retour à l'étape 2 (afficher grille)</a:t>
            </a:r>
          </a:p>
          <a:p>
            <a:pPr lvl="1"/>
            <a:r>
              <a:t>Affiche aussi les mots trouvés (barrés) et restants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Gestion des erreurs avec try-catch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CoordonneesInvalidesException : coordonnées hors grille</a:t>
            </a:r>
          </a:p>
          <a:p>
            <a:pPr lvl="1"/>
            <a:r>
              <a:t>AlignementInvalideException : pas une ligne droite</a:t>
            </a:r>
          </a:p>
          <a:p>
            <a:pPr lvl="1"/>
            <a:r>
              <a:t>NumberFormatException : saisie non numérique</a:t>
            </a:r>
          </a:p>
          <a:p>
            <a:pPr lvl="1"/>
            <a:r>
              <a:t>Chaque exception affiche un message clair au joueur</a:t>
            </a:r>
          </a:p>
          <a:p>
            <a:pPr lvl="1"/>
            <a:r>
              <a:t>Le jeu ne crash jamais : boucle continue après erreur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Packages et responsabilités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: Grille, Dictionnaire, Coordonnee (données)</a:t>
            </a:r>
          </a:p>
          <a:p>
            <a:pPr lvl="1"/>
            <a:r>
              <a:t>moteur : MoteurJeu, AppConsole (logique du jeu)</a:t>
            </a:r>
          </a:p>
          <a:p>
            <a:pPr lvl="1"/>
            <a:r>
              <a:t>view : FenetrePrincipale (interface graphique Swing)</a:t>
            </a:r>
          </a:p>
          <a:p>
            <a:pPr lvl="1"/>
            <a:r>
              <a:t>exception : CoordonneesInvalidesException, AlignementInvalideException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graphique (FenetrePrincipale)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Grille visuelle : GridLayout 10x10 avec cases colorées</a:t>
            </a:r>
          </a:p>
          <a:p>
            <a:pPr lvl="1"/>
            <a:r>
              <a:t>Champs de texte pour mot et 4 coordonnées</a:t>
            </a:r>
          </a:p>
          <a:p>
            <a:pPr lvl="1"/>
            <a:r>
              <a:t>Boutons : Valider (appelle onValider()) et Rejouer</a:t>
            </a:r>
          </a:p>
          <a:p>
            <a:pPr lvl="1"/>
            <a:r>
              <a:t>Mots trouvés sont barrés et colorisés en vert</a:t>
            </a:r>
          </a:p>
          <a:p>
            <a:pPr lvl="1"/>
            <a:r>
              <a:t>Popups d'erreur pour exceptions et feedback utilisateur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fonctions principales : preparerPartie(), getCase(), lireEntier(), verifier()</a:t>
            </a:r>
          </a:p>
          <a:p>
            <a:pPr lvl="1"/>
            <a:r>
              <a:t>verifier() est le cœur : validation, calcul alignement, lecture, vérification</a:t>
            </a:r>
          </a:p>
          <a:p>
            <a:pPr lvl="1"/>
            <a:r>
              <a:t>Architecture claire et extensible (ajouter modes, listes externes, etc.)</a:t>
            </a:r>
          </a:p>
          <a:p>
            <a:pPr lvl="1"/>
            <a:r>
              <a:t>Robustesse : try-catch sur toutes les saisies utilisateur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